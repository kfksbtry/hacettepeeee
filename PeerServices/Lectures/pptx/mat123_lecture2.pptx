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60" r:id="rId3"/>
    <p:sldId id="269" r:id="rId4"/>
    <p:sldId id="261" r:id="rId5"/>
    <p:sldId id="270" r:id="rId6"/>
    <p:sldId id="262" r:id="rId7"/>
    <p:sldId id="271" r:id="rId8"/>
    <p:sldId id="263" r:id="rId9"/>
    <p:sldId id="272" r:id="rId10"/>
    <p:sldId id="264" r:id="rId11"/>
    <p:sldId id="273" r:id="rId12"/>
    <p:sldId id="265" r:id="rId13"/>
    <p:sldId id="274" r:id="rId14"/>
    <p:sldId id="266" r:id="rId15"/>
    <p:sldId id="275" r:id="rId16"/>
    <p:sldId id="267" r:id="rId17"/>
    <p:sldId id="276" r:id="rId18"/>
    <p:sldId id="268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A125B-40F8-1636-D639-0E9A62807EF3}" v="33" dt="2025-10-31T12:20:52.282"/>
    <p1510:client id="{B4EC6573-F06F-C33C-4E15-4B0249AA0BFE}" v="55" dt="2025-10-30T16:25:40.389"/>
    <p1510:client id="{BAC706AA-F6F1-432D-CEFC-9D62E8CE2612}" v="84" dt="2025-10-29T23:49:18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1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92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20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70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43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9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0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04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85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3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/>
              <a:t>MAT123 (</a:t>
            </a:r>
            <a:r>
              <a:rPr lang="tr-TR" err="1"/>
              <a:t>Mathematics</a:t>
            </a:r>
            <a:r>
              <a:rPr lang="tr-TR"/>
              <a:t> I)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dirty="0" err="1"/>
              <a:t>Lecture</a:t>
            </a:r>
            <a:r>
              <a:rPr lang="tr-TR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776A05-8F4E-BA3C-EF98-11FCEF2B0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Resim 3" descr="metin, yazı tipi, ekran görüntüsü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7B75446-58B1-520E-4FBB-3DBA8034F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87" y="1522374"/>
            <a:ext cx="8677275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952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7FE211-A8C8-2688-B413-A9288922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52E00BD-39ED-2053-8CDB-55871961A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436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6ADAC-15F0-46FD-B9A0-FF919E0E7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DE2AA7-2CBC-B1AD-6C5D-27649B942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Resim 3" descr="metin, yazı tipi, diyagram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9CEB68E-4454-A48D-F887-DE3EF47F7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98" y="1698238"/>
            <a:ext cx="36861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4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21AFF8F-DB20-1EB1-7991-51D33D4DE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715F7D6-3D4C-4FFD-1B25-67AA0AFB3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644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C9762-3A47-A25C-0908-07FB63864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A2671DB-BA5B-6CC8-CE61-CE4E87B4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Resim 2" descr="metin, yazı tipi, çizgi,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EFB69C6-D10F-BFA2-ECFD-250120FD1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45" y="1513662"/>
            <a:ext cx="462915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4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F8EC11-29A8-F4B6-3624-26380284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0159FC-9991-9815-8921-8C3FFA57B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0897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FC5E3-01EE-1DEA-A77F-DABDC1532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F3DEF6-EABE-E456-B3EF-81248CC91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Resim 3" descr="metin, yazı tipi, çizg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C94F816-BFD8-B987-1439-ACEEAC0C6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45" y="1692778"/>
            <a:ext cx="852487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60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6897BA-F598-8571-3F5E-273934B8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C8DD2F2-D0CC-1718-9BCE-88BA7275C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5937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74B0C-BF02-5BCC-51C2-15CDF8B02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AF9FC5-FEB5-C6EB-0AFE-116B6D26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Resim 2" descr="metin, yazı tipi, ekran görüntüsü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AD660B5-D2E6-89B9-78A2-51B0BBFC4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20" y="1870733"/>
            <a:ext cx="10267950" cy="83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75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B17E023-A38F-B8F2-0A1F-33489139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A8E9DAB-792A-9BCA-58B0-4C682B989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4951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1E3D0-DAB0-717E-0BB1-2DD2893B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0B2E85-3FB8-C717-4338-722F5AEAA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Resim 3" descr="yazı tipi, metin, çizg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E1DCFE3-1846-F841-B714-32BAF6599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32" y="1487411"/>
            <a:ext cx="668655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86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CF96B7-838C-D66B-0722-08586E3CA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0FE3569-A2B8-857D-3096-DA40F2E38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4560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E4DCF-4720-B497-A799-7E89D06B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FBC880-6925-CC34-2068-F4F0D9D5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Resim 2" descr="metin, yazı tipi, ekran görüntüsü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BE55BDD-732A-9676-DFCA-84E7D1401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48" y="1692895"/>
            <a:ext cx="621030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46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E48170-978E-6E5E-98AE-BF279D9A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232F26-F0FC-233F-24AF-0FE3A649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6334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C73F-A349-F4A1-AD14-215E5A5E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C4AF9C-C3CC-9126-5635-0D3134D1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Resim 3" descr="metin, yazı tipi, ekran görüntüsü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EA342B7-15FD-EAE8-AA43-A943079A5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62" y="1841113"/>
            <a:ext cx="10215911" cy="132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01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86845D-2007-8D3D-D521-5C429063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48B28B-9001-42D7-35FE-B4A024C4C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1816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7B981-222A-4B7D-5ED3-980F863C7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AD806D-19A8-2E5A-33AD-5ED2493A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Resim 2" descr="metin, yazı tipi, ekran görüntüsü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4ABF250-107B-5227-35E1-2F9E79BFD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91" y="1925909"/>
            <a:ext cx="10056077" cy="120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73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79097B-ED56-22EC-E744-3D666FD46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8B0D7CE-47BA-4A0E-CAC6-2E1FC1A70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9370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6ABF5-FBBE-A6D1-CD37-85EE02E4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C589767-0B2E-23C3-77B1-D74B63527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Resim 3" descr="metin, yazı tipi, ekran görüntüsü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56CBFD0-B701-7975-2BFD-A2C8F7B47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19" y="1696263"/>
            <a:ext cx="789622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35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3DF56-323F-8386-AD28-F7B4A3E3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69684-B21A-E98D-4C90-6570A5680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406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02BE-B9F7-C8C5-FFE0-E710E1B3A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859F336-1310-C366-7144-304CB73C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E2CB92-58C4-D630-52CA-E33AFCA04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22" y="1491105"/>
            <a:ext cx="5429250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77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83EF-815B-91AC-EA05-95D06311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750B2-E16D-4251-F6D3-B816A2778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00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51EB8-E35C-FDF9-FD93-2C80B63CE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436AD6-F73D-681C-14A9-F6D2E6ACB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873DF3-FFBE-334F-8B9A-DE6228CF2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08" y="1712506"/>
            <a:ext cx="5657850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83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A282-07D6-45C6-CAD4-816C1AD2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82A3F-00A7-BB76-51AB-78A695757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62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D193A-DBAF-9A25-76DC-40C843F20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01C5ED-3D16-098E-26AE-F7140C2D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FA59B1-569A-3108-00B6-E8B62C717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18" y="1684564"/>
            <a:ext cx="1030605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12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D2724-4DB2-9EF9-A097-86B6268D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57EB9-E675-C2BE-11E5-B0A0A5936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67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MAT123 (Mathematics I)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254</cp:revision>
  <dcterms:created xsi:type="dcterms:W3CDTF">2025-10-21T22:08:38Z</dcterms:created>
  <dcterms:modified xsi:type="dcterms:W3CDTF">2025-10-31T12:31:48Z</dcterms:modified>
</cp:coreProperties>
</file>
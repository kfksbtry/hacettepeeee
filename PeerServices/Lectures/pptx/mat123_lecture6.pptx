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60" r:id="rId3"/>
    <p:sldId id="269" r:id="rId4"/>
    <p:sldId id="261" r:id="rId5"/>
    <p:sldId id="270" r:id="rId6"/>
    <p:sldId id="262" r:id="rId7"/>
    <p:sldId id="271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77" r:id="rId20"/>
    <p:sldId id="278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0ACC7-4807-FD9D-E2AE-D3620CFD8BCA}" v="3" dt="2025-12-11T23:20:35.699"/>
    <p1510:client id="{BCB90232-66A0-C9EC-A7CA-AA14239831A1}" v="30" dt="2025-12-12T01:26:12.448"/>
    <p1510:client id="{C58E0206-59D8-B960-1DA9-B42F15EBBD92}" v="13" dt="2025-12-11T20:59:29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1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9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7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9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8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MAT123 (</a:t>
            </a:r>
            <a:r>
              <a:rPr lang="tr-TR" err="1"/>
              <a:t>Mathematics</a:t>
            </a:r>
            <a:r>
              <a:rPr lang="tr-TR"/>
              <a:t> I)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/>
              <a:t>Lecture</a:t>
            </a:r>
            <a:r>
              <a:rPr lang="tr-TR" dirty="0"/>
              <a:t> 6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776A05-8F4E-BA3C-EF98-11FCEF2B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D9564-FDE9-9B7F-C26F-6026BCCF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21" y="1570580"/>
            <a:ext cx="52482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5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7FE211-A8C8-2688-B413-A9288922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2E00BD-39ED-2053-8CDB-55871961A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36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ADAC-15F0-46FD-B9A0-FF919E0E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DE2AA7-2CBC-B1AD-6C5D-27649B94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DD6BF-3D35-4F8F-D81D-3BEE532F6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68" y="1495541"/>
            <a:ext cx="52006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4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1AFF8F-DB20-1EB1-7991-51D33D4D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15F7D6-3D4C-4FFD-1B25-67AA0AFB3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644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9762-3A47-A25C-0908-07FB6386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2671DB-BA5B-6CC8-CE61-CE4E87B4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80D026-4928-F166-AAA7-00276DD4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38" y="1453840"/>
            <a:ext cx="83248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F8EC11-29A8-F4B6-3624-2638028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0159FC-9991-9815-8921-8C3FFA57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0897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C5E3-01EE-1DEA-A77F-DABDC153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F3DEF6-EABE-E456-B3EF-81248CC9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3F8E4F-0ECC-D7B4-5490-CF4DE46A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01" y="1617972"/>
            <a:ext cx="60293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6897BA-F598-8571-3F5E-273934B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8DD2F2-D0CC-1718-9BCE-88BA7275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593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4B0C-BF02-5BCC-51C2-15CDF8B0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AF9FC5-FEB5-C6EB-0AFE-116B6D26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5C612D-D447-EAEF-44DC-130743F52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03" y="1491476"/>
            <a:ext cx="90487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7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17E023-A38F-B8F2-0A1F-33489139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8E9DAB-792A-9BCA-58B0-4C682B98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95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E3D0-DAB0-717E-0BB1-2DD2893B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0B2E85-3FB8-C717-4338-722F5AEA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CFD28C-7F35-0A00-D84B-E7E6B6B8C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7" y="1713455"/>
            <a:ext cx="10514207" cy="77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86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CF96B7-838C-D66B-0722-08586E3C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FE3569-A2B8-857D-3096-DA40F2E3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456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4DCF-4720-B497-A799-7E89D06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FBC880-6925-CC34-2068-F4F0D9D5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ED1926-A092-DF41-5A9B-A52A3525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52" y="1693359"/>
            <a:ext cx="101631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4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E48170-978E-6E5E-98AE-BF279D9A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232F26-F0FC-233F-24AF-0FE3A649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6334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C73F-A349-F4A1-AD14-215E5A5E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C4AF9C-C3CC-9126-5635-0D3134D1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3533C-51BE-5B7C-AC21-61172AC10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39" y="1940196"/>
            <a:ext cx="993457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86845D-2007-8D3D-D521-5C429063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48B28B-9001-42D7-35FE-B4A024C4C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81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B981-222A-4B7D-5ED3-980F863C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AD806D-19A8-2E5A-33AD-5ED2493A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2849C-EDBF-C872-CFE7-443B88370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7" y="1817184"/>
            <a:ext cx="10514207" cy="103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7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79097B-ED56-22EC-E744-3D666FD4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B0D7CE-47BA-4A0E-CAC6-2E1FC1A7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937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ABF5-FBBE-A6D1-CD37-85EE02E4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589767-0B2E-23C3-77B1-D74B6352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FDCE9-704A-B8A6-8E9E-21D0F09A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679" y="1428171"/>
            <a:ext cx="8185228" cy="482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3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MAT123 (Mathematics I)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336</cp:revision>
  <dcterms:created xsi:type="dcterms:W3CDTF">2025-10-21T22:08:38Z</dcterms:created>
  <dcterms:modified xsi:type="dcterms:W3CDTF">2025-12-12T01:27:35Z</dcterms:modified>
</cp:coreProperties>
</file>
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60" r:id="rId3"/>
    <p:sldId id="269" r:id="rId4"/>
    <p:sldId id="261" r:id="rId5"/>
    <p:sldId id="270" r:id="rId6"/>
    <p:sldId id="262" r:id="rId7"/>
    <p:sldId id="271" r:id="rId8"/>
    <p:sldId id="263" r:id="rId9"/>
    <p:sldId id="272" r:id="rId10"/>
    <p:sldId id="264" r:id="rId11"/>
    <p:sldId id="273" r:id="rId12"/>
    <p:sldId id="265" r:id="rId13"/>
    <p:sldId id="274" r:id="rId14"/>
    <p:sldId id="266" r:id="rId15"/>
    <p:sldId id="275" r:id="rId16"/>
    <p:sldId id="267" r:id="rId17"/>
    <p:sldId id="276" r:id="rId18"/>
    <p:sldId id="268" r:id="rId19"/>
    <p:sldId id="277" r:id="rId20"/>
    <p:sldId id="278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9A0D7-1980-E173-563F-BE695395DA2F}" v="53" dt="2025-11-07T12:25:2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11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9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2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70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4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39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9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2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4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85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8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/>
              <a:t>MAT123 (</a:t>
            </a:r>
            <a:r>
              <a:rPr lang="tr-TR" err="1"/>
              <a:t>Mathematics</a:t>
            </a:r>
            <a:r>
              <a:rPr lang="tr-TR"/>
              <a:t> I)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/>
              <a:t>Lecture</a:t>
            </a:r>
            <a:r>
              <a:rPr lang="tr-TR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776A05-8F4E-BA3C-EF98-11FCEF2B0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543C1E-905D-357B-FBE8-F165F5D72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34" y="1539727"/>
            <a:ext cx="9756321" cy="102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95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7FE211-A8C8-2688-B413-A92889226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52E00BD-39ED-2053-8CDB-55871961A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369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6ADAC-15F0-46FD-B9A0-FF919E0E7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6DE2AA7-2CBC-B1AD-6C5D-27649B94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39F5D1-15DA-1E91-C756-3EF1793BF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21" y="1704975"/>
            <a:ext cx="10016217" cy="133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4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21AFF8F-DB20-1EB1-7991-51D33D4DE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715F7D6-3D4C-4FFD-1B25-67AA0AFB3D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644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C9762-3A47-A25C-0908-07FB63864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2671DB-BA5B-6CC8-CE61-CE4E87B4D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40DBC0-7FF4-57B2-D252-709EDF58C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57" y="1873024"/>
            <a:ext cx="44958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74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CF8EC11-29A8-F4B6-3624-26380284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10159FC-9991-9815-8921-8C3FFA57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40897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FC5E3-01EE-1DEA-A77F-DABDC153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3F3DEF6-EABE-E456-B3EF-81248CC9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960EA4-B720-8956-DEC2-877ED66D9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79" y="1538288"/>
            <a:ext cx="9867900" cy="58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6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6897BA-F598-8571-3F5E-273934B8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C8DD2F2-D0CC-1718-9BCE-88BA7275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5937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4B0C-BF02-5BCC-51C2-15CDF8B02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2AF9FC5-FEB5-C6EB-0AFE-116B6D26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CB0499-66AB-5611-B01B-60BFAB3BA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82" y="1571625"/>
            <a:ext cx="102679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75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17E023-A38F-B8F2-0A1F-334891397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A8E9DAB-792A-9BCA-58B0-4C682B98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95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E3D0-DAB0-717E-0BB1-2DD2893B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B0B2E85-3FB8-C717-4338-722F5AEA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E0DD6-1FD6-B14C-5858-F6A4EA495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3" y="1849891"/>
            <a:ext cx="102870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86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CF96B7-838C-D66B-0722-08586E3CA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0FE3569-A2B8-857D-3096-DA40F2E38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456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E4DCF-4720-B497-A799-7E89D06B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6FBC880-6925-CC34-2068-F4F0D9D5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1C8AB-E36E-3F1E-0016-E9387B532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57" y="1692048"/>
            <a:ext cx="5617028" cy="112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846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48170-978E-6E5E-98AE-BF279D9AA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232F26-F0FC-233F-24AF-0FE3A649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6334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9C73F-A349-F4A1-AD14-215E5A5E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C4AF9C-C3CC-9126-5635-0D3134D17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D96344-9E01-CE84-4370-717ACA63B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18" y="1712459"/>
            <a:ext cx="4612821" cy="244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0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486845D-2007-8D3D-D521-5C429063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148B28B-9001-42D7-35FE-B4A024C4C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816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7B981-222A-4B7D-5ED3-980F863C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AD806D-19A8-2E5A-33AD-5ED2493A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4BC26-E654-B7DC-69A8-92E5145C4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79" y="1705655"/>
            <a:ext cx="5459185" cy="13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73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79097B-ED56-22EC-E744-3D666FD46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8B0D7CE-47BA-4A0E-CAC6-2E1FC1A7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39370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6ABF5-FBBE-A6D1-CD37-85EE02E46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C589767-0B2E-23C3-77B1-D74B63527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08C98-CFF9-AB21-6D8F-45A13E010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20" y="1714499"/>
            <a:ext cx="5117646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3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MAT123 (Mathematics I)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  <vt:lpstr>PowerPoint Presentation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315</cp:revision>
  <dcterms:created xsi:type="dcterms:W3CDTF">2025-10-21T22:08:38Z</dcterms:created>
  <dcterms:modified xsi:type="dcterms:W3CDTF">2025-11-07T12:29:08Z</dcterms:modified>
</cp:coreProperties>
</file>
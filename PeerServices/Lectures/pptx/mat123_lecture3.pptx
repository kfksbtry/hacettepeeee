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60" r:id="rId3"/>
    <p:sldId id="269" r:id="rId4"/>
    <p:sldId id="261" r:id="rId5"/>
    <p:sldId id="270" r:id="rId6"/>
    <p:sldId id="262" r:id="rId7"/>
    <p:sldId id="271" r:id="rId8"/>
    <p:sldId id="263" r:id="rId9"/>
    <p:sldId id="272" r:id="rId10"/>
    <p:sldId id="264" r:id="rId11"/>
    <p:sldId id="273" r:id="rId12"/>
    <p:sldId id="265" r:id="rId13"/>
    <p:sldId id="274" r:id="rId14"/>
    <p:sldId id="266" r:id="rId15"/>
    <p:sldId id="275" r:id="rId16"/>
    <p:sldId id="267" r:id="rId17"/>
    <p:sldId id="276" r:id="rId18"/>
    <p:sldId id="268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B745B-BF04-E30F-0A9B-D65C1194B5F1}" v="40" dt="2025-11-02T22:44:21.768"/>
    <p1510:client id="{31984ACB-6CD9-F1DD-A015-3C9BAC2CD867}" v="11" dt="2025-11-02T18:56:48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1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9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7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4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9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0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8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MAT123 (</a:t>
            </a:r>
            <a:r>
              <a:rPr lang="tr-TR" err="1"/>
              <a:t>Mathematics</a:t>
            </a:r>
            <a:r>
              <a:rPr lang="tr-TR"/>
              <a:t> I)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/>
              <a:t>Lecture</a:t>
            </a:r>
            <a:r>
              <a:rPr lang="tr-TR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776A05-8F4E-BA3C-EF98-11FCEF2B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82D296-95F1-ED55-62EF-A21123729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71" y="1696728"/>
            <a:ext cx="6503020" cy="159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5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7FE211-A8C8-2688-B413-A9288922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2E00BD-39ED-2053-8CDB-55871961A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36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6ADAC-15F0-46FD-B9A0-FF919E0E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DE2AA7-2CBC-B1AD-6C5D-27649B94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5731E-EB8C-6012-B2F6-7B901BEF8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85" y="1694870"/>
            <a:ext cx="5258264" cy="108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4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1AFF8F-DB20-1EB1-7991-51D33D4D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15F7D6-3D4C-4FFD-1B25-67AA0AFB3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644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9762-3A47-A25C-0908-07FB6386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2671DB-BA5B-6CC8-CE61-CE4E87B4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9AFB4A-C591-87A4-55AF-12AF2ACBD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01" y="1827987"/>
            <a:ext cx="4830568" cy="77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F8EC11-29A8-F4B6-3624-2638028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0159FC-9991-9815-8921-8C3FFA57B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0897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C5E3-01EE-1DEA-A77F-DABDC153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F3DEF6-EABE-E456-B3EF-81248CC9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7D201C-B897-95CA-FFA9-27007E3E3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5" y="1717637"/>
            <a:ext cx="90297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6897BA-F598-8571-3F5E-273934B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8DD2F2-D0CC-1718-9BCE-88BA7275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593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4B0C-BF02-5BCC-51C2-15CDF8B0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AF9FC5-FEB5-C6EB-0AFE-116B6D26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DDE146-D6C4-85CD-677C-C1B8617B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18" y="1695334"/>
            <a:ext cx="1009650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7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17E023-A38F-B8F2-0A1F-33489139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8E9DAB-792A-9BCA-58B0-4C682B98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95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E3D0-DAB0-717E-0BB1-2DD2893B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0B2E85-3FB8-C717-4338-722F5AEA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E2EF2-CB5B-D139-4067-7A5DE4A7E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62" y="1611468"/>
            <a:ext cx="6164301" cy="118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86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CF96B7-838C-D66B-0722-08586E3C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FE3569-A2B8-857D-3096-DA40F2E3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456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4DCF-4720-B497-A799-7E89D06B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FBC880-6925-CC34-2068-F4F0D9D5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C4E05D-FD80-0A88-B880-5537A3596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23" y="1514707"/>
            <a:ext cx="9756155" cy="93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4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E48170-978E-6E5E-98AE-BF279D9A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232F26-F0FC-233F-24AF-0FE3A649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6334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C73F-A349-F4A1-AD14-215E5A5E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C4AF9C-C3CC-9126-5635-0D3134D1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506351-6E23-01BF-2801-F0824351E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03" y="1712409"/>
            <a:ext cx="10405481" cy="67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86845D-2007-8D3D-D521-5C429063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48B28B-9001-42D7-35FE-B4A024C4C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816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B981-222A-4B7D-5ED3-980F863C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AD806D-19A8-2E5A-33AD-5ED2493A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EF10D7-1D06-433B-81EB-F8EAB3F0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4" y="1692081"/>
            <a:ext cx="101536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7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79097B-ED56-22EC-E744-3D666FD4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B0D7CE-47BA-4A0E-CAC6-2E1FC1A7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9370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ABF5-FBBE-A6D1-CD37-85EE02E4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589767-0B2E-23C3-77B1-D74B63527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C51027-A5EA-4D5F-ECEA-F833BAE64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07" y="1593347"/>
            <a:ext cx="9721307" cy="92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35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DF56-323F-8386-AD28-F7B4A3E3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69684-B21A-E98D-4C90-6570A568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06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02BE-B9F7-C8C5-FFE0-E710E1B3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59F336-1310-C366-7144-304CB73C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7196E-2E28-D06E-7452-CC3177B86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55" y="1505298"/>
            <a:ext cx="8261659" cy="166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77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83EF-815B-91AC-EA05-95D06311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750B2-E16D-4251-F6D3-B816A2778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00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1EB8-E35C-FDF9-FD93-2C80B63CE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436AD6-F73D-681C-14A9-F6D2E6AC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BA19D4-54D1-7EE5-08B8-8C5E4E939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54" y="1497284"/>
            <a:ext cx="101346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83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A282-07D6-45C6-CAD4-816C1AD2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82A3F-00A7-BB76-51AB-78A695757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62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D193A-DBAF-9A25-76DC-40C843F2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01C5ED-3D16-098E-26AE-F7140C2D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7E24B7-08CD-31FC-C817-FE7E1EE01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07" y="1714500"/>
            <a:ext cx="4424478" cy="52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12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2724-4DB2-9EF9-A097-86B6268D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57EB9-E675-C2BE-11E5-B0A0A5936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67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MAT123 (Mathematics I)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287</cp:revision>
  <dcterms:created xsi:type="dcterms:W3CDTF">2025-10-21T22:08:38Z</dcterms:created>
  <dcterms:modified xsi:type="dcterms:W3CDTF">2025-11-02T23:05:45Z</dcterms:modified>
</cp:coreProperties>
</file>